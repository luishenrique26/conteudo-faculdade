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62" r:id="rId4"/>
    <p:sldId id="263" r:id="rId5"/>
    <p:sldId id="264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DB2D5-0495-4B5C-A63E-4CB7ADF2069B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4DB27-F4DD-47C2-B549-609E744CED8E}" type="slidenum">
              <a:rPr lang="pt-BR" smtClean="0"/>
              <a:t>‹nº›</a:t>
            </a:fld>
            <a:endParaRPr lang="pt-BR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9912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DB2D5-0495-4B5C-A63E-4CB7ADF2069B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4DB27-F4DD-47C2-B549-609E744CED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9804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DB2D5-0495-4B5C-A63E-4CB7ADF2069B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4DB27-F4DD-47C2-B549-609E744CED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1341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DB2D5-0495-4B5C-A63E-4CB7ADF2069B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4DB27-F4DD-47C2-B549-609E744CED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7899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DB2D5-0495-4B5C-A63E-4CB7ADF2069B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4DB27-F4DD-47C2-B549-609E744CED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1128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DB2D5-0495-4B5C-A63E-4CB7ADF2069B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4DB27-F4DD-47C2-B549-609E744CED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1194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DB2D5-0495-4B5C-A63E-4CB7ADF2069B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4DB27-F4DD-47C2-B549-609E744CED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6518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DB2D5-0495-4B5C-A63E-4CB7ADF2069B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4DB27-F4DD-47C2-B549-609E744CED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2327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DB2D5-0495-4B5C-A63E-4CB7ADF2069B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4DB27-F4DD-47C2-B549-609E744CED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1109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DB2D5-0495-4B5C-A63E-4CB7ADF2069B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4DB27-F4DD-47C2-B549-609E744CED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3436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DB2D5-0495-4B5C-A63E-4CB7ADF2069B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4DB27-F4DD-47C2-B549-609E744CED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60963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DB2D5-0495-4B5C-A63E-4CB7ADF2069B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4DB27-F4DD-47C2-B549-609E744CED8E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60313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DB2D5-0495-4B5C-A63E-4CB7ADF2069B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4DB27-F4DD-47C2-B549-609E744CED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20736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DB2D5-0495-4B5C-A63E-4CB7ADF2069B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4DB27-F4DD-47C2-B549-609E744CED8E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504064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DB2D5-0495-4B5C-A63E-4CB7ADF2069B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4DB27-F4DD-47C2-B549-609E744CED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43053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DB2D5-0495-4B5C-A63E-4CB7ADF2069B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4DB27-F4DD-47C2-B549-609E744CED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92929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DB2D5-0495-4B5C-A63E-4CB7ADF2069B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4DB27-F4DD-47C2-B549-609E744CED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565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72DB2D5-0495-4B5C-A63E-4CB7ADF2069B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DE4DB27-F4DD-47C2-B549-609E744CED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58526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FF25943-2DB2-4AAE-9961-10FFD1935E81}"/>
              </a:ext>
            </a:extLst>
          </p:cNvPr>
          <p:cNvSpPr txBox="1"/>
          <p:nvPr/>
        </p:nvSpPr>
        <p:spPr>
          <a:xfrm>
            <a:off x="481781" y="1710813"/>
            <a:ext cx="7787148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3600" b="1" dirty="0">
                <a:latin typeface="Arial Black" panose="020B0A04020102020204" pitchFamily="34" charset="0"/>
              </a:rPr>
              <a:t>Pensamento Computacional</a:t>
            </a:r>
          </a:p>
          <a:p>
            <a:endParaRPr lang="pt-BR" sz="3600" b="1" dirty="0">
              <a:latin typeface="Arial Black" panose="020B0A04020102020204" pitchFamily="34" charset="0"/>
            </a:endParaRPr>
          </a:p>
          <a:p>
            <a:endParaRPr lang="pt-BR" sz="3600" b="1" dirty="0">
              <a:latin typeface="Arial Black" panose="020B0A0402010202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pt-BR" sz="3600" b="1" dirty="0">
                <a:latin typeface="Arial Black" panose="020B0A04020102020204" pitchFamily="34" charset="0"/>
              </a:rPr>
              <a:t>O Grande evento anual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91E64FF-7414-4306-8AB0-927012BCCACC}"/>
              </a:ext>
            </a:extLst>
          </p:cNvPr>
          <p:cNvSpPr txBox="1"/>
          <p:nvPr/>
        </p:nvSpPr>
        <p:spPr>
          <a:xfrm>
            <a:off x="8729330" y="4965404"/>
            <a:ext cx="3264195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000" dirty="0">
                <a:latin typeface="Arial Black" panose="020B0A04020102020204" pitchFamily="34" charset="0"/>
              </a:rPr>
              <a:t>Grupo:</a:t>
            </a:r>
          </a:p>
          <a:p>
            <a:r>
              <a:rPr lang="pt-BR" sz="2000" dirty="0">
                <a:latin typeface="Arial Black" panose="020B0A04020102020204" pitchFamily="34" charset="0"/>
              </a:rPr>
              <a:t>Emerson Nascimento</a:t>
            </a:r>
          </a:p>
          <a:p>
            <a:r>
              <a:rPr lang="pt-BR" sz="2000" dirty="0">
                <a:latin typeface="Arial Black" panose="020B0A04020102020204" pitchFamily="34" charset="0"/>
              </a:rPr>
              <a:t>Gabriel Souza</a:t>
            </a:r>
          </a:p>
          <a:p>
            <a:r>
              <a:rPr lang="pt-BR" sz="2000" dirty="0">
                <a:latin typeface="Arial Black" panose="020B0A04020102020204" pitchFamily="34" charset="0"/>
              </a:rPr>
              <a:t>Lucas Thomaz</a:t>
            </a:r>
          </a:p>
          <a:p>
            <a:r>
              <a:rPr lang="pt-BR" sz="2000" dirty="0">
                <a:latin typeface="Arial Black" panose="020B0A04020102020204" pitchFamily="34" charset="0"/>
              </a:rPr>
              <a:t>Luis Henrique</a:t>
            </a:r>
          </a:p>
        </p:txBody>
      </p:sp>
      <p:sp>
        <p:nvSpPr>
          <p:cNvPr id="5" name="CaixaDeTexto 3">
            <a:extLst>
              <a:ext uri="{FF2B5EF4-FFF2-40B4-BE49-F238E27FC236}">
                <a16:creationId xmlns:a16="http://schemas.microsoft.com/office/drawing/2014/main" id="{9A19F538-296F-4C86-8C44-9EC687951272}"/>
              </a:ext>
            </a:extLst>
          </p:cNvPr>
          <p:cNvSpPr txBox="1"/>
          <p:nvPr/>
        </p:nvSpPr>
        <p:spPr>
          <a:xfrm>
            <a:off x="7806814" y="167881"/>
            <a:ext cx="3736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Arial Black" panose="020B0A04020102020204" pitchFamily="34" charset="0"/>
              </a:rPr>
              <a:t>Professor: Gustavo Barbosa</a:t>
            </a:r>
          </a:p>
        </p:txBody>
      </p:sp>
      <p:pic>
        <p:nvPicPr>
          <p:cNvPr id="7170" name="Picture 2" descr="Estácio - Campo Grande RJ">
            <a:extLst>
              <a:ext uri="{FF2B5EF4-FFF2-40B4-BE49-F238E27FC236}">
                <a16:creationId xmlns:a16="http://schemas.microsoft.com/office/drawing/2014/main" id="{AF48BA8C-B471-4A74-8259-25E923C75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4930" y="1207147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36F2207-8873-4FE6-A9B5-C945994F8ACB}"/>
              </a:ext>
            </a:extLst>
          </p:cNvPr>
          <p:cNvSpPr txBox="1"/>
          <p:nvPr/>
        </p:nvSpPr>
        <p:spPr>
          <a:xfrm>
            <a:off x="2562447" y="159488"/>
            <a:ext cx="61456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highlight>
                  <a:srgbClr val="0000FF"/>
                </a:highlight>
                <a:latin typeface="Arial Black" panose="020B0A04020102020204" pitchFamily="34" charset="0"/>
              </a:rPr>
              <a:t>1-Decomposição dividindo o problema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45B354E-1357-4D76-A732-FF6CEC9937A8}"/>
              </a:ext>
            </a:extLst>
          </p:cNvPr>
          <p:cNvSpPr txBox="1"/>
          <p:nvPr/>
        </p:nvSpPr>
        <p:spPr>
          <a:xfrm>
            <a:off x="212651" y="2634336"/>
            <a:ext cx="100477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>
                <a:latin typeface="Arial Black" panose="020B0A04020102020204" pitchFamily="34" charset="0"/>
              </a:rPr>
              <a:t>Curadoria de convidados especiais.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>
                <a:latin typeface="Arial Black" panose="020B0A04020102020204" pitchFamily="34" charset="0"/>
              </a:rPr>
              <a:t>Estratégia de divulgação nas redes sociais.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>
                <a:latin typeface="Arial Black" panose="020B0A04020102020204" pitchFamily="34" charset="0"/>
              </a:rPr>
              <a:t>Planejamento de refeições e cofee breaks.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>
                <a:latin typeface="Arial Black" panose="020B0A04020102020204" pitchFamily="34" charset="0"/>
              </a:rPr>
              <a:t>Sistema de inscrição e controle de entrada.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>
                <a:latin typeface="Arial Black" panose="020B0A04020102020204" pitchFamily="34" charset="0"/>
              </a:rPr>
              <a:t>Preparação dos ambientes e equipamentos.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>
                <a:latin typeface="Arial Black" panose="020B0A04020102020204" pitchFamily="34" charset="0"/>
              </a:rPr>
              <a:t>Coordenação de equipe e voluntários.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>
                <a:latin typeface="Arial Black" panose="020B0A04020102020204" pitchFamily="34" charset="0"/>
              </a:rPr>
              <a:t>Produção de materiais gráficos e brindes.</a:t>
            </a:r>
          </a:p>
          <a:p>
            <a:endParaRPr lang="pt-BR" dirty="0">
              <a:latin typeface="Arial Black" panose="020B0A0402010202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EA23DFC-02A1-484E-BE4A-886D996DCACE}"/>
              </a:ext>
            </a:extLst>
          </p:cNvPr>
          <p:cNvSpPr txBox="1"/>
          <p:nvPr/>
        </p:nvSpPr>
        <p:spPr>
          <a:xfrm>
            <a:off x="329609" y="1105786"/>
            <a:ext cx="93991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- Os alunos devem dividir o grande problema "organizar o evento" em partes menores e mais fáceis de gerenciar. Vocês devem identificar todas as tarefas, por menores que sejam, que precisam ser feitas.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63605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36F2207-8873-4FE6-A9B5-C945994F8ACB}"/>
              </a:ext>
            </a:extLst>
          </p:cNvPr>
          <p:cNvSpPr txBox="1"/>
          <p:nvPr/>
        </p:nvSpPr>
        <p:spPr>
          <a:xfrm>
            <a:off x="1789814" y="255181"/>
            <a:ext cx="8612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highlight>
                  <a:srgbClr val="0000FF"/>
                </a:highlight>
                <a:latin typeface="Arial Black" panose="020B0A04020102020204" pitchFamily="34" charset="0"/>
              </a:rPr>
              <a:t>2-Reconhecimento de padrões: Encontrando semelhanças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45B354E-1357-4D76-A732-FF6CEC9937A8}"/>
              </a:ext>
            </a:extLst>
          </p:cNvPr>
          <p:cNvSpPr txBox="1"/>
          <p:nvPr/>
        </p:nvSpPr>
        <p:spPr>
          <a:xfrm>
            <a:off x="212651" y="2634336"/>
            <a:ext cx="1004776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Black" panose="020B0A04020102020204" pitchFamily="34" charset="0"/>
              </a:rPr>
              <a:t>Repetição de tarefas em diferente setores.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Black" panose="020B0A04020102020204" pitchFamily="34" charset="0"/>
              </a:rPr>
              <a:t>Uso recorrente de formulários e listas.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Black" panose="020B0A04020102020204" pitchFamily="34" charset="0"/>
              </a:rPr>
              <a:t>Necessidade constante de comunicação entre equipes.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Black" panose="020B0A04020102020204" pitchFamily="34" charset="0"/>
              </a:rPr>
              <a:t>Agendamento de atividades com horários fixos.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Black" panose="020B0A04020102020204" pitchFamily="34" charset="0"/>
              </a:rPr>
              <a:t>Distribuição de materiais em múltiplos momentos.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Black" panose="020B0A04020102020204" pitchFamily="34" charset="0"/>
              </a:rPr>
              <a:t>Verificação de equipamentos antes de cada uso.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Black" panose="020B0A04020102020204" pitchFamily="34" charset="0"/>
              </a:rPr>
              <a:t>Atendimento ao público em diversos pontos do evento.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Black" panose="020B0A04020102020204" pitchFamily="34" charset="0"/>
              </a:rPr>
              <a:t>Solicitação de apoio técnico em várias etapas.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Black" panose="020B0A04020102020204" pitchFamily="34" charset="0"/>
              </a:rPr>
              <a:t>Conferência de presença em diferentes atividades.</a:t>
            </a:r>
          </a:p>
          <a:p>
            <a:endParaRPr lang="pt-BR" dirty="0">
              <a:latin typeface="Arial Black" panose="020B0A0402010202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EA23DFC-02A1-484E-BE4A-886D996DCACE}"/>
              </a:ext>
            </a:extLst>
          </p:cNvPr>
          <p:cNvSpPr txBox="1"/>
          <p:nvPr/>
        </p:nvSpPr>
        <p:spPr>
          <a:xfrm>
            <a:off x="329609" y="1105786"/>
            <a:ext cx="93991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- Após decompor o problema, vocês devem identificar os padrões ou tarefas que se repetem. Isso ajuda a otimizar o processo e evitar trabalho duplicado.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09461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36F2207-8873-4FE6-A9B5-C945994F8ACB}"/>
              </a:ext>
            </a:extLst>
          </p:cNvPr>
          <p:cNvSpPr txBox="1"/>
          <p:nvPr/>
        </p:nvSpPr>
        <p:spPr>
          <a:xfrm>
            <a:off x="2310809" y="233916"/>
            <a:ext cx="8612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highlight>
                  <a:srgbClr val="0000FF"/>
                </a:highlight>
                <a:latin typeface="Arial Black" panose="020B0A04020102020204" pitchFamily="34" charset="0"/>
              </a:rPr>
              <a:t>3-Abstração: Focando no que é essencial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45B354E-1357-4D76-A732-FF6CEC9937A8}"/>
              </a:ext>
            </a:extLst>
          </p:cNvPr>
          <p:cNvSpPr txBox="1"/>
          <p:nvPr/>
        </p:nvSpPr>
        <p:spPr>
          <a:xfrm>
            <a:off x="212651" y="2634336"/>
            <a:ext cx="100477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Black" panose="020B0A04020102020204" pitchFamily="34" charset="0"/>
              </a:rPr>
              <a:t>Garantir a presença dos palestrantes confirmados.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Black" panose="020B0A04020102020204" pitchFamily="34" charset="0"/>
              </a:rPr>
              <a:t>Assegurar a divulgação eficaz para atrair público.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Black" panose="020B0A04020102020204" pitchFamily="34" charset="0"/>
              </a:rPr>
              <a:t>Manter a organização do cronograma geral.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Black" panose="020B0A04020102020204" pitchFamily="34" charset="0"/>
              </a:rPr>
              <a:t>Disponibilizar alimentação básica para os participantes.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Black" panose="020B0A04020102020204" pitchFamily="34" charset="0"/>
              </a:rPr>
              <a:t>Controlar o acesso com segurança e agilidade.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Black" panose="020B0A04020102020204" pitchFamily="34" charset="0"/>
              </a:rPr>
              <a:t>Preparar os espaços com os recursos necessários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Black" panose="020B0A04020102020204" pitchFamily="34" charset="0"/>
              </a:rPr>
              <a:t>Coordenar a equipe para evitar falhas operacionais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Black" panose="020B0A04020102020204" pitchFamily="34" charset="0"/>
              </a:rPr>
              <a:t>Focar na experiência positiva dos participantes  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EA23DFC-02A1-484E-BE4A-886D996DCACE}"/>
              </a:ext>
            </a:extLst>
          </p:cNvPr>
          <p:cNvSpPr txBox="1"/>
          <p:nvPr/>
        </p:nvSpPr>
        <p:spPr>
          <a:xfrm>
            <a:off x="329609" y="1172516"/>
            <a:ext cx="93991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-Agora, definam o que é realmente importante para o sucesso do evento e o que pode ser ignorado.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56602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36F2207-8873-4FE6-A9B5-C945994F8ACB}"/>
              </a:ext>
            </a:extLst>
          </p:cNvPr>
          <p:cNvSpPr txBox="1"/>
          <p:nvPr/>
        </p:nvSpPr>
        <p:spPr>
          <a:xfrm>
            <a:off x="2310809" y="233916"/>
            <a:ext cx="8612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highlight>
                  <a:srgbClr val="0000FF"/>
                </a:highlight>
                <a:latin typeface="Arial Black" panose="020B0A04020102020204" pitchFamily="34" charset="0"/>
              </a:rPr>
              <a:t>4. Algoritmos: Criando a "receita" de sucesso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45B354E-1357-4D76-A732-FF6CEC9937A8}"/>
              </a:ext>
            </a:extLst>
          </p:cNvPr>
          <p:cNvSpPr txBox="1"/>
          <p:nvPr/>
        </p:nvSpPr>
        <p:spPr>
          <a:xfrm>
            <a:off x="212651" y="2634336"/>
            <a:ext cx="1004776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Black" panose="020B0A04020102020204" pitchFamily="34" charset="0"/>
              </a:rPr>
              <a:t>Criar um cronograma detalhado com objetivos claros.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Black" panose="020B0A04020102020204" pitchFamily="34" charset="0"/>
              </a:rPr>
              <a:t>Montar uma equipe com funções distribuídas e um líder para cada um.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Black" panose="020B0A04020102020204" pitchFamily="34" charset="0"/>
              </a:rPr>
              <a:t>Orçamento realista com patrocínios que se alinhem á proposta.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Black" panose="020B0A04020102020204" pitchFamily="34" charset="0"/>
              </a:rPr>
              <a:t>Feedback público.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Black" panose="020B0A04020102020204" pitchFamily="34" charset="0"/>
              </a:rPr>
              <a:t>Marketing forte e consistente.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Black" panose="020B0A04020102020204" pitchFamily="34" charset="0"/>
              </a:rPr>
              <a:t>Boa infraestrutura com planos de contingência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Black" panose="020B0A04020102020204" pitchFamily="34" charset="0"/>
              </a:rPr>
              <a:t>Testar e monitorar para se certificar de todo o funcionamento correto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Black" panose="020B0A04020102020204" pitchFamily="34" charset="0"/>
              </a:rPr>
              <a:t>Feedback pós evento do público e da equipe com registros.</a:t>
            </a:r>
          </a:p>
          <a:p>
            <a:endParaRPr lang="pt-BR" dirty="0">
              <a:latin typeface="Arial Black" panose="020B0A0402010202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EA23DFC-02A1-484E-BE4A-886D996DCACE}"/>
              </a:ext>
            </a:extLst>
          </p:cNvPr>
          <p:cNvSpPr txBox="1"/>
          <p:nvPr/>
        </p:nvSpPr>
        <p:spPr>
          <a:xfrm>
            <a:off x="329609" y="1172516"/>
            <a:ext cx="93991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-Por fim, vocês devem criar uma sequência de instruções passo a passo para resolver uma das tarefas que foram decompostas. O objetivo é que qualquer pessoa consiga seguir essas instruções.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22648639"/>
      </p:ext>
    </p:extLst>
  </p:cSld>
  <p:clrMapOvr>
    <a:masterClrMapping/>
  </p:clrMapOvr>
</p:sld>
</file>

<file path=ppt/theme/theme1.xml><?xml version="1.0" encoding="utf-8"?>
<a:theme xmlns:a="http://schemas.openxmlformats.org/drawingml/2006/main" name="Fatia">
  <a:themeElements>
    <a:clrScheme name="Fatia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Fati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at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42</TotalTime>
  <Words>407</Words>
  <Application>Microsoft Office PowerPoint</Application>
  <PresentationFormat>Widescreen</PresentationFormat>
  <Paragraphs>50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1" baseType="lpstr">
      <vt:lpstr>Arial</vt:lpstr>
      <vt:lpstr>Arial Black</vt:lpstr>
      <vt:lpstr>Century Gothic</vt:lpstr>
      <vt:lpstr>Wingdings</vt:lpstr>
      <vt:lpstr>Wingdings 3</vt:lpstr>
      <vt:lpstr>Fatia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Luis Henrique</dc:creator>
  <cp:lastModifiedBy>Luis Henrique</cp:lastModifiedBy>
  <cp:revision>5</cp:revision>
  <dcterms:created xsi:type="dcterms:W3CDTF">2025-08-26T20:47:02Z</dcterms:created>
  <dcterms:modified xsi:type="dcterms:W3CDTF">2025-08-26T21:29:49Z</dcterms:modified>
</cp:coreProperties>
</file>